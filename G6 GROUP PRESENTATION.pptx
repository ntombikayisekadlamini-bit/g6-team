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9F519D-B29D-4871-8CE5-9ACCF99FBE18}" type="datetimeFigureOut">
              <a:rPr lang="en-ZA" smtClean="0"/>
              <a:t>2026/06/26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E78CF5-3638-46E7-96B5-3F0709FF9EF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25614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78CF5-3638-46E7-96B5-3F0709FF9EFB}" type="slidenum">
              <a:rPr lang="en-ZA" smtClean="0"/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37065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D50A0737-2D36-4662-BB21-AAF52B2E687B}" type="datetimeFigureOut">
              <a:rPr lang="en-ZA" smtClean="0"/>
              <a:t>2026/06/26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9D69FD52-833E-49CB-8FF1-44F1EDF04DE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56697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A0737-2D36-4662-BB21-AAF52B2E687B}" type="datetimeFigureOut">
              <a:rPr lang="en-ZA" smtClean="0"/>
              <a:t>2026/06/26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9FD52-833E-49CB-8FF1-44F1EDF04DE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6556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A0737-2D36-4662-BB21-AAF52B2E687B}" type="datetimeFigureOut">
              <a:rPr lang="en-ZA" smtClean="0"/>
              <a:t>2026/06/26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9FD52-833E-49CB-8FF1-44F1EDF04DE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52807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A0737-2D36-4662-BB21-AAF52B2E687B}" type="datetimeFigureOut">
              <a:rPr lang="en-ZA" smtClean="0"/>
              <a:t>2026/06/26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9FD52-833E-49CB-8FF1-44F1EDF04DE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84266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A0737-2D36-4662-BB21-AAF52B2E687B}" type="datetimeFigureOut">
              <a:rPr lang="en-ZA" smtClean="0"/>
              <a:t>2026/06/26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9FD52-833E-49CB-8FF1-44F1EDF04DE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41965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A0737-2D36-4662-BB21-AAF52B2E687B}" type="datetimeFigureOut">
              <a:rPr lang="en-ZA" smtClean="0"/>
              <a:t>2026/06/26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9FD52-833E-49CB-8FF1-44F1EDF04DE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61684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A0737-2D36-4662-BB21-AAF52B2E687B}" type="datetimeFigureOut">
              <a:rPr lang="en-ZA" smtClean="0"/>
              <a:t>2026/06/26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9FD52-833E-49CB-8FF1-44F1EDF04DE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28495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A0737-2D36-4662-BB21-AAF52B2E687B}" type="datetimeFigureOut">
              <a:rPr lang="en-ZA" smtClean="0"/>
              <a:t>2026/06/26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9FD52-833E-49CB-8FF1-44F1EDF04DE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42178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A0737-2D36-4662-BB21-AAF52B2E687B}" type="datetimeFigureOut">
              <a:rPr lang="en-ZA" smtClean="0"/>
              <a:t>2026/06/26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9FD52-833E-49CB-8FF1-44F1EDF04DE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11051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A0737-2D36-4662-BB21-AAF52B2E687B}" type="datetimeFigureOut">
              <a:rPr lang="en-ZA" smtClean="0"/>
              <a:t>2026/06/26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9FD52-833E-49CB-8FF1-44F1EDF04DE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19356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A0737-2D36-4662-BB21-AAF52B2E687B}" type="datetimeFigureOut">
              <a:rPr lang="en-ZA" smtClean="0"/>
              <a:t>2026/06/26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9FD52-833E-49CB-8FF1-44F1EDF04DE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516222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A0737-2D36-4662-BB21-AAF52B2E687B}" type="datetimeFigureOut">
              <a:rPr lang="en-ZA" smtClean="0"/>
              <a:t>2026/06/26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9FD52-833E-49CB-8FF1-44F1EDF04DE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138189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A0737-2D36-4662-BB21-AAF52B2E687B}" type="datetimeFigureOut">
              <a:rPr lang="en-ZA" smtClean="0"/>
              <a:t>2026/06/26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9FD52-833E-49CB-8FF1-44F1EDF04DE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393020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A0737-2D36-4662-BB21-AAF52B2E687B}" type="datetimeFigureOut">
              <a:rPr lang="en-ZA" smtClean="0"/>
              <a:t>2026/06/26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9FD52-833E-49CB-8FF1-44F1EDF04DE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236763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A0737-2D36-4662-BB21-AAF52B2E687B}" type="datetimeFigureOut">
              <a:rPr lang="en-ZA" smtClean="0"/>
              <a:t>2026/06/26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9FD52-833E-49CB-8FF1-44F1EDF04DE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519869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D50A0737-2D36-4662-BB21-AAF52B2E687B}" type="datetimeFigureOut">
              <a:rPr lang="en-ZA" smtClean="0"/>
              <a:t>2026/06/26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9FD52-833E-49CB-8FF1-44F1EDF04DE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869688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D50A0737-2D36-4662-BB21-AAF52B2E687B}" type="datetimeFigureOut">
              <a:rPr lang="en-ZA" smtClean="0"/>
              <a:t>2026/06/26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9FD52-833E-49CB-8FF1-44F1EDF04DE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67964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D50A0737-2D36-4662-BB21-AAF52B2E687B}" type="datetimeFigureOut">
              <a:rPr lang="en-ZA" smtClean="0"/>
              <a:t>2026/06/26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ZA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9D69FD52-833E-49CB-8FF1-44F1EDF04DE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26823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bvandfemicide.lovable.app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705E4-7B08-1218-B6E6-E41BE64BF3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G6 GROUP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3FC18D-E191-55A6-A755-2D350A325A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Gender-based Violence and Femicide</a:t>
            </a:r>
          </a:p>
          <a:p>
            <a:endParaRPr lang="en-US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5381204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72B31-710B-C48B-4A68-48F4C995C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172" y="330401"/>
            <a:ext cx="10515600" cy="1325563"/>
          </a:xfrm>
        </p:spPr>
        <p:txBody>
          <a:bodyPr>
            <a:normAutofit/>
          </a:bodyPr>
          <a:lstStyle/>
          <a:p>
            <a:r>
              <a:rPr lang="en-ZA" b="1" dirty="0"/>
              <a:t>Gender Based-Violence and Femicide Problematic , Disadvantage within the E gov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D818A-B9E0-2FFE-468B-1E6A457C2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b="1" dirty="0"/>
              <a:t>1. Core problem with most current e-panic systems</a:t>
            </a:r>
          </a:p>
          <a:p>
            <a:r>
              <a:rPr lang="en-ZA" dirty="0"/>
              <a:t>Most existing systems (including typical government panic apps) fail at 4 points:</a:t>
            </a:r>
          </a:p>
          <a:p>
            <a:r>
              <a:rPr lang="en-ZA" b="1" dirty="0"/>
              <a:t>Single-channel alerts</a:t>
            </a:r>
            <a:r>
              <a:rPr lang="en-ZA" dirty="0"/>
              <a:t> (usually just SMS or basic push) </a:t>
            </a:r>
          </a:p>
          <a:p>
            <a:r>
              <a:rPr lang="en-ZA" b="1" dirty="0"/>
              <a:t>No guaranteed delivery + no verification</a:t>
            </a:r>
            <a:r>
              <a:rPr lang="en-ZA" dirty="0"/>
              <a:t> </a:t>
            </a:r>
          </a:p>
          <a:p>
            <a:r>
              <a:rPr lang="en-ZA" b="1" dirty="0"/>
              <a:t>No intelligent routing</a:t>
            </a:r>
            <a:r>
              <a:rPr lang="en-ZA" dirty="0"/>
              <a:t> (everyone gets the same alert) </a:t>
            </a:r>
          </a:p>
          <a:p>
            <a:r>
              <a:rPr lang="en-ZA" b="1" dirty="0"/>
              <a:t>No structured responder coordination layer</a:t>
            </a:r>
            <a:r>
              <a:rPr lang="en-ZA" dirty="0"/>
              <a:t> </a:t>
            </a:r>
          </a:p>
          <a:p>
            <a:r>
              <a:rPr lang="en-ZA" b="1" dirty="0"/>
              <a:t>Weak encryption + inconsistent data standards across responders</a:t>
            </a:r>
            <a:endParaRPr lang="en-ZA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254405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34F4A-7761-AFEE-7F57-A7EC0BA3E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Solutions to Problem</a:t>
            </a:r>
            <a:endParaRPr lang="en-ZA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CBB98-ADAF-E5A0-E903-CB28EC3EA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A" b="1" dirty="0"/>
              <a:t>A. Device Layer (User App)</a:t>
            </a:r>
          </a:p>
          <a:p>
            <a:r>
              <a:rPr lang="en-ZA" dirty="0"/>
              <a:t>Panic button</a:t>
            </a:r>
          </a:p>
          <a:p>
            <a:r>
              <a:rPr lang="en-ZA" dirty="0"/>
              <a:t> Safety check-in timer (your idea fits here too) </a:t>
            </a:r>
          </a:p>
          <a:p>
            <a:r>
              <a:rPr lang="en-ZA" dirty="0"/>
              <a:t>Silent duress mode </a:t>
            </a:r>
          </a:p>
          <a:p>
            <a:r>
              <a:rPr lang="en-ZA" dirty="0"/>
              <a:t>Continuous location stream (only during active session) </a:t>
            </a:r>
          </a:p>
          <a:p>
            <a:r>
              <a:rPr lang="en-ZA" dirty="0"/>
              <a:t>Tech:</a:t>
            </a:r>
          </a:p>
          <a:p>
            <a:r>
              <a:rPr lang="en-ZA" dirty="0"/>
              <a:t>Flutter / native Android + iOS </a:t>
            </a:r>
          </a:p>
          <a:p>
            <a:r>
              <a:rPr lang="en-ZA" dirty="0"/>
              <a:t>Local encrypted storage (AES-256)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142796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8977B-08CE-791A-3BD1-136B55E04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b="1" dirty="0"/>
              <a:t>Positive social impact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62BBD-CA55-F105-0005-00F13D992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ZA" b="1" dirty="0"/>
              <a:t>Faster response to GBV incidents</a:t>
            </a:r>
          </a:p>
          <a:p>
            <a:r>
              <a:rPr lang="en-ZA" dirty="0"/>
              <a:t>Reduced time between distress signal and arrival of help </a:t>
            </a:r>
          </a:p>
          <a:p>
            <a:r>
              <a:rPr lang="en-ZA" dirty="0"/>
              <a:t>Especially important in </a:t>
            </a:r>
            <a:r>
              <a:rPr lang="en-ZA" b="1" dirty="0"/>
              <a:t>domestic violence and kidnapping scenarios</a:t>
            </a:r>
            <a:r>
              <a:rPr lang="en-ZA" dirty="0"/>
              <a:t>, where minutes matter </a:t>
            </a:r>
          </a:p>
          <a:p>
            <a:r>
              <a:rPr lang="en-ZA" b="1" dirty="0"/>
              <a:t>Increased perceived safety</a:t>
            </a:r>
          </a:p>
          <a:p>
            <a:r>
              <a:rPr lang="en-ZA" dirty="0"/>
              <a:t>People are more likely to move freely if they know there’s a reliable safety net </a:t>
            </a:r>
          </a:p>
          <a:p>
            <a:r>
              <a:rPr lang="en-ZA" dirty="0"/>
              <a:t>Could improve mobility for women at night, students, workers, etc. </a:t>
            </a:r>
          </a:p>
          <a:p>
            <a:r>
              <a:rPr lang="en-ZA" b="1" dirty="0"/>
              <a:t>Stronger community safety networks</a:t>
            </a:r>
          </a:p>
          <a:p>
            <a:r>
              <a:rPr lang="en-ZA" dirty="0"/>
              <a:t>Crowdsourced responders (if implemented) can: </a:t>
            </a:r>
          </a:p>
          <a:p>
            <a:pPr lvl="1"/>
            <a:r>
              <a:rPr lang="en-ZA" dirty="0"/>
              <a:t>increase local vigilance </a:t>
            </a:r>
          </a:p>
          <a:p>
            <a:pPr lvl="1"/>
            <a:r>
              <a:rPr lang="en-ZA" dirty="0"/>
              <a:t>strengthen neighbourhood safety coordination </a:t>
            </a:r>
          </a:p>
          <a:p>
            <a:pPr lvl="1"/>
            <a:r>
              <a:rPr lang="en-ZA" dirty="0"/>
              <a:t>improve trust networks in high-risk area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112777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93A1A-9E18-1E64-389F-ADF678B3D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 </a:t>
            </a:r>
            <a:endParaRPr lang="en-ZA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47F59-87FA-F06C-99ED-2E0562121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A" dirty="0"/>
              <a:t>A GBV safety system like the upgraded e-panic + check-in + crowdsourced response model could be a </a:t>
            </a:r>
            <a:r>
              <a:rPr lang="en-ZA" b="1" dirty="0"/>
              <a:t>high-impact public safety tool in South Africa</a:t>
            </a:r>
            <a:r>
              <a:rPr lang="en-ZA" dirty="0"/>
              <a:t>, especially in high-risk and time-sensitive situations where rapid response determines outcomes.</a:t>
            </a:r>
          </a:p>
          <a:p>
            <a:r>
              <a:rPr lang="en-ZA" dirty="0"/>
              <a:t>Its main value is shifting safety from </a:t>
            </a:r>
            <a:r>
              <a:rPr lang="en-ZA" b="1" dirty="0"/>
              <a:t>reactive reporting</a:t>
            </a:r>
            <a:r>
              <a:rPr lang="en-ZA" dirty="0"/>
              <a:t> to </a:t>
            </a:r>
            <a:r>
              <a:rPr lang="en-ZA" b="1" dirty="0"/>
              <a:t>real-time detection and coordinated response</a:t>
            </a:r>
            <a:r>
              <a:rPr lang="en-ZA" dirty="0"/>
              <a:t>, potentially reducing response times, improving coordination between private responders and communities, and strengthening overall situational awareness around GBV incidents.</a:t>
            </a:r>
          </a:p>
          <a:p>
            <a:pPr marL="0" indent="0">
              <a:buNone/>
            </a:pPr>
            <a:r>
              <a:rPr lang="en-ZA" dirty="0">
                <a:hlinkClick r:id="rId2"/>
              </a:rPr>
              <a:t>https://gbvandfemicide.lovable.app</a:t>
            </a:r>
            <a:r>
              <a:rPr lang="en-ZA" dirty="0"/>
              <a:t> 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2316209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87</TotalTime>
  <Words>300</Words>
  <Application>Microsoft Office PowerPoint</Application>
  <PresentationFormat>Widescreen</PresentationFormat>
  <Paragraphs>36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Century Gothic</vt:lpstr>
      <vt:lpstr>Wingdings 3</vt:lpstr>
      <vt:lpstr>Ion Boardroom</vt:lpstr>
      <vt:lpstr>G6 GROUP</vt:lpstr>
      <vt:lpstr>Gender Based-Violence and Femicide Problematic , Disadvantage within the E gov</vt:lpstr>
      <vt:lpstr>Solutions to Problem</vt:lpstr>
      <vt:lpstr>Positive social impact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Tebogo Serage</dc:creator>
  <cp:lastModifiedBy>Tebogo Serage</cp:lastModifiedBy>
  <cp:revision>1</cp:revision>
  <dcterms:created xsi:type="dcterms:W3CDTF">2026-06-26T04:45:30Z</dcterms:created>
  <dcterms:modified xsi:type="dcterms:W3CDTF">2026-06-26T06:13:09Z</dcterms:modified>
</cp:coreProperties>
</file>